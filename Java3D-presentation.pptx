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3"/>
  </p:normalViewPr>
  <p:slideViewPr>
    <p:cSldViewPr snapToGrid="0">
      <p:cViewPr varScale="1">
        <p:scale>
          <a:sx n="108" d="100"/>
          <a:sy n="108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65685-0603-1F4A-BCCB-D86B85C62817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0764C-BF46-3644-AC62-061A516F7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693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6FE0A-CB64-9F42-97B9-164EE19D3CF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780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3BF96-F30B-0821-3C75-1A85099FD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9F3687-C079-B4F6-C998-EBBD64D3E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6CC197-D729-26C1-934D-059C0E7E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C90C4B-B652-0E9E-F91B-7C1F8AB1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97257A-2F52-F18C-78D9-B50B37C6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13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8747C1-3578-3BF0-B613-38C8C4E0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E8B190-C85D-4A03-F97C-D73EF06B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2AE99E-1320-0291-05A1-605B5C73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35D133-93F0-BC43-60E7-17822D7F2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187B2D-EAEA-20D7-E973-05DAA400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35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91B729-8881-BE71-892A-50E04441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057E36-AC79-925C-C0B1-8A3ACA267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5FB974-C8CF-B79D-61C8-85461BA3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B0506F-906C-CEEA-3308-5B0B4184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96736B-F024-986D-D284-E9E98ABF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169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72DCCE-9A2A-9603-570A-BF9FEAAE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3B4033-6934-439B-769A-5F429643D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F7CF49-C819-E127-013F-BD0EB49EE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22207B-8F3B-DB23-47F1-88489B11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0E5998-ABA6-3DD3-02F6-FB8619ED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F34C38-DBC6-54C7-A88C-CC586599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10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1FA5BA-CD10-AC05-04B7-CA5CE3024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3E4B10-B23F-CA28-B596-570E02439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6539C3-F051-7626-7D0B-D306644B9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99490C7-0BA8-3B8D-0736-048DF9B71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DA282BF-9869-8BC1-DA62-BDF2B1B26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26CF408-2D9F-890F-4019-BE8DD67A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C083E7A-9659-6B2D-A949-6626ED81F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AE465C-DEDB-59D1-C210-EF8E83B0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57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B1484A-5D44-DEDF-933F-0FE27F8F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B9978A7-350C-FE03-CB34-53E20125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BD7B27-9AC8-738A-AC95-994AB861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9AC83DF-4ABE-AC79-83F3-5B70EB9B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43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3A3264-4E5C-DD08-9348-F50B45B6A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6A4491-21B2-7280-DC99-198F40CC7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72C901-D77B-1C43-BF4C-80E7A4EE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892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D98F35-CD7B-202F-F4ED-96E703A7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EDF296-43DD-06F8-75BC-FF933ED19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6F23EB-21F0-4EB1-3385-3320E447D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850E5B-2A73-39C1-2E8B-FF8E42C1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28580C-7E26-42ED-9CF1-A74BEFF8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BAB1CE-40B4-EC65-8F4B-A2E334C1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05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20681-32E4-235C-3355-5A511AD1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2B395F-DA02-B51B-754B-128B653EE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5E98EE-FE9C-23D5-739D-CD3D44596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E5051F-3F87-4A62-61DD-B51A54A8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B1259E-928A-5E17-AFBA-24CF2ED7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F6DD87-5375-5D75-5B01-D910A97B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30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F233C4-5E47-7E1D-EBBC-F9E185FF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96BA7F-A1B3-7BC9-22D6-45CACB67F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24E974-0879-C7A6-4CD6-44F8F7A3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DDA5E6-2B8B-A7D2-BA2F-24D7E629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26359D-D122-6925-6FCB-0BD38EB3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78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1B3E97-5770-9089-B52A-A69BAFBB5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03CDB5-7787-1CFC-BFB6-431C4E308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94A584-A555-A0B4-5B82-E9B8AF2B6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DEC5EF-68F7-6AC7-B0DE-0E7D9803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CD55C8-282A-AC46-297C-2E0DA2D1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21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F35000-8463-7809-E822-D78EEF9C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4D9466-7A80-B158-9639-2A87F5A44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FA46B4-5D27-BDDF-A653-6A14443DB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D0081-EC09-0449-B504-C6CCCCC6FA5A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ECFE6E-FC34-FDC7-4AC3-05A33F3DC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74BCCB-96EB-FE24-5218-AFF2255E3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5956A-FEF5-264D-9B18-AE25EB158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81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ointclouds.org/documentation/surface_2include_2pcl_2surface_2marching__cubes_8h_source.html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C3F59-C434-F10B-BA38-B116D2A92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AVA 2D/3D Project02</a:t>
            </a:r>
            <a:endParaRPr kumimoji="1" lang="ja-JP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25A5E2-AB83-6C2F-CA9D-DA55AAB8D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1" lang="en-US" altLang="ja-JP" sz="3600" dirty="0">
                <a:latin typeface="Arial" panose="020B0604020202020204" pitchFamily="34" charset="0"/>
                <a:cs typeface="Arial" panose="020B0604020202020204" pitchFamily="34" charset="0"/>
              </a:rPr>
              <a:t>1300030 Kohei Kuwana</a:t>
            </a:r>
            <a:endParaRPr kumimoji="1" lang="ja-JP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01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3FEC04-15DE-772E-F32B-2CE46839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Result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68E032-86EF-D790-C77C-EFCE9F568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 Black points are input point-cloud samples</a:t>
            </a:r>
            <a:endParaRPr kumimoji="1" lang="en-US" altLang="ja-JP" dirty="0"/>
          </a:p>
          <a:p>
            <a:r>
              <a:rPr lang="en-US" altLang="ja-JP" dirty="0"/>
              <a:t> </a:t>
            </a:r>
            <a:r>
              <a:rPr lang="en-US" altLang="ja-JP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Blue</a:t>
            </a:r>
            <a:r>
              <a:rPr lang="en-US" altLang="ja-JP" dirty="0"/>
              <a:t> area is the reconstructed surface</a:t>
            </a:r>
          </a:p>
          <a:p>
            <a:endParaRPr lang="en-US" altLang="ja-JP" dirty="0"/>
          </a:p>
          <a:p>
            <a:r>
              <a:rPr lang="en-US" altLang="ja-JP" dirty="0"/>
              <a:t>Implemented RBF (</a:t>
            </a:r>
            <a:r>
              <a:rPr lang="en-US" altLang="ja-JP" dirty="0" err="1"/>
              <a:t>polyharmonic</a:t>
            </a:r>
            <a:r>
              <a:rPr lang="en-US" altLang="ja-JP" dirty="0"/>
              <a:t> spline </a:t>
            </a:r>
            <a:br>
              <a:rPr lang="en-US" altLang="ja-JP" dirty="0"/>
            </a:br>
            <a:r>
              <a:rPr lang="el-GR" altLang="ja-JP" dirty="0"/>
              <a:t>φ(</a:t>
            </a:r>
            <a:r>
              <a:rPr lang="en-US" altLang="ja-JP" dirty="0"/>
              <a:t>r)=r with off-surface constraints)</a:t>
            </a:r>
          </a:p>
          <a:p>
            <a:r>
              <a:rPr lang="en-US" altLang="ja-JP" dirty="0"/>
              <a:t>Using Marching Cube Table to make</a:t>
            </a:r>
            <a:br>
              <a:rPr lang="en-US" altLang="ja-JP" dirty="0"/>
            </a:br>
            <a:r>
              <a:rPr lang="en-US" altLang="ja-JP" dirty="0"/>
              <a:t>triangle mesh</a:t>
            </a:r>
            <a:br>
              <a:rPr lang="en-US" altLang="ja-JP" dirty="0"/>
            </a:br>
            <a:r>
              <a:rPr lang="ja-JP" altLang="en-US"/>
              <a:t>→</a:t>
            </a:r>
            <a:r>
              <a:rPr lang="en-US" altLang="ja-JP" sz="1400" dirty="0">
                <a:hlinkClick r:id="rId2"/>
              </a:rPr>
              <a:t>https://</a:t>
            </a:r>
            <a:r>
              <a:rPr lang="en-US" altLang="ja-JP" sz="1400" dirty="0" err="1">
                <a:hlinkClick r:id="rId2"/>
              </a:rPr>
              <a:t>pointclouds.org</a:t>
            </a:r>
            <a:r>
              <a:rPr lang="en-US" altLang="ja-JP" sz="1400" dirty="0">
                <a:hlinkClick r:id="rId2"/>
              </a:rPr>
              <a:t>/documentation/surface_2include_2pcl_2surface_</a:t>
            </a:r>
            <a:br>
              <a:rPr lang="en-US" altLang="ja-JP" sz="1400" dirty="0">
                <a:hlinkClick r:id="rId2"/>
              </a:rPr>
            </a:br>
            <a:r>
              <a:rPr lang="en-US" altLang="ja-JP" sz="1400" dirty="0">
                <a:hlinkClick r:id="rId2"/>
              </a:rPr>
              <a:t>2marching__cubes_8h_source.html?utm_source=</a:t>
            </a:r>
            <a:r>
              <a:rPr lang="en-US" altLang="ja-JP" sz="1400" dirty="0" err="1">
                <a:hlinkClick r:id="rId2"/>
              </a:rPr>
              <a:t>chatgpt.com</a:t>
            </a:r>
            <a:endParaRPr lang="en-US" altLang="ja-JP" sz="1400" dirty="0"/>
          </a:p>
          <a:p>
            <a:endParaRPr lang="en-US" altLang="ja-JP" dirty="0"/>
          </a:p>
          <a:p>
            <a:endParaRPr kumimoji="1" lang="ja-JP" altLang="en-US"/>
          </a:p>
        </p:txBody>
      </p:sp>
      <p:pic>
        <p:nvPicPr>
          <p:cNvPr id="9" name="図 8" descr="マップ&#10;&#10;AI 生成コンテンツは誤りを含む可能性があります。">
            <a:extLst>
              <a:ext uri="{FF2B5EF4-FFF2-40B4-BE49-F238E27FC236}">
                <a16:creationId xmlns:a16="http://schemas.microsoft.com/office/drawing/2014/main" id="{DA3038E7-F88B-11D7-8ECF-A5CDBED118D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49864" y="365125"/>
            <a:ext cx="3097367" cy="3325911"/>
          </a:xfrm>
          <a:prstGeom prst="rect">
            <a:avLst/>
          </a:prstGeom>
        </p:spPr>
      </p:pic>
      <p:pic>
        <p:nvPicPr>
          <p:cNvPr id="11" name="図 10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CC4751A-AA14-DCEC-DD45-48F55B38E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864" y="3915631"/>
            <a:ext cx="1347193" cy="600113"/>
          </a:xfrm>
          <a:prstGeom prst="rect">
            <a:avLst/>
          </a:prstGeom>
        </p:spPr>
      </p:pic>
      <p:pic>
        <p:nvPicPr>
          <p:cNvPr id="13" name="図 1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E95A0EB-7C4E-AD6F-BE86-73D4D20E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49864" y="4454907"/>
            <a:ext cx="3247502" cy="958185"/>
          </a:xfrm>
          <a:prstGeom prst="rect">
            <a:avLst/>
          </a:prstGeom>
        </p:spPr>
      </p:pic>
      <p:pic>
        <p:nvPicPr>
          <p:cNvPr id="17" name="図 1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0A6650C-7F96-23B9-71A7-9762E6A1C82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49864" y="5279615"/>
            <a:ext cx="2757918" cy="14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84</Words>
  <Application>Microsoft Macintosh PowerPoint</Application>
  <PresentationFormat>ワイド画面</PresentationFormat>
  <Paragraphs>9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JAVA 2D/3D Project02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kuwanako729@gmail.com</dc:creator>
  <cp:lastModifiedBy>kuwanako729@gmail.com</cp:lastModifiedBy>
  <cp:revision>3</cp:revision>
  <dcterms:created xsi:type="dcterms:W3CDTF">2026-02-01T05:33:09Z</dcterms:created>
  <dcterms:modified xsi:type="dcterms:W3CDTF">2026-02-01T06:35:24Z</dcterms:modified>
</cp:coreProperties>
</file>